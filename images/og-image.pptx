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79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8548-A4D4-6303-047D-9538A798A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69653-1A54-25A9-EBD4-A3C40CA9D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E6C9D-B260-7400-A133-BFF7BB99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ECA89-E396-781E-C19F-F6453387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0B213-62DD-A37F-D163-03CC3CA0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8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20CE-BBD9-F251-51FE-86BD20A2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7828F-AA9C-812C-D68B-EBACC3AF3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4C625-8574-C696-3B52-E328F97D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70875-A0DA-E31E-BE7A-0D131B72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6B2FA-BC9E-2855-D85B-2AF6B6D7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3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9249-4CF2-EBBC-13F8-8EDBEDA2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171B8-C9EB-C79B-B28C-AB5EB3C88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3A0E-1556-46A6-9ECF-9D998C2A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BC63E-181A-BFB9-6AE9-FB810AD1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1B1EB-B4A7-22B2-39E4-EA60055D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7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C707-B566-EA4B-3A50-44033A6C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48091-313F-78E3-0DC4-975EB553F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7F5B9-0C96-5F24-4C45-AEBA7A3F4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2A101-4AF7-55E0-46CC-7DCA8F16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BB589-A774-4C98-BA94-E8DA88D1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45665-FE60-FC71-3DBC-FBE7CDCB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3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59A9-7671-8DF3-4351-352FB172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6F5CC-C841-D9F2-85C1-CFE12EAD0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ECC45-E3EF-9E94-AFA8-3D60B0751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EE9A30-56B2-9E16-746B-DCAFEDD00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31BDE-14AF-DC8F-7009-AEDE39928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EDB32-00B2-E927-E34B-E84D8402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133CC-946E-7CA5-5E82-96A377C5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6BD036-129D-B661-4120-2D4D044DA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E088-078D-3D66-4268-C1A26939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2DFD5-902F-259D-BD40-2C4FB70C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CB486-7E57-6DC8-9B07-6F50FF96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8F760-A72C-4126-8D7E-C697C7A9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2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16DFEC-D9E2-EB87-DB4F-ED57D0E4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BE604-E146-7551-0B86-A7193162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50AC1-313D-1F73-14EA-43797B82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99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0CA2-8FDE-4E2B-0C3B-749521398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309E-9778-576D-2BD7-166B1B543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1DA83-B6E5-ADDA-0898-4D5EE4B80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07CE4-2D30-E348-2C49-C04401C3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5DB13-3F27-D13A-9DB3-B30DDE5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78BD0-1A61-9F22-09E4-45F35B31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08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5A5D-EC34-7B26-F8D5-230F40DE4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64F04-5444-9DD8-925A-1CBFC4269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3B3A6-78B3-FE36-1393-CB8FBF1A9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634A0-B12F-DD11-2919-52E0BC9AF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FA799-7987-FD7F-25A0-D8FE51FE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204CC-2B38-3DC1-0F1E-1BAC3105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68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DB864-1AAD-93AD-07C3-74A314A9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53503-986B-930E-8581-A32C93FDC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A2403-21B2-533B-AC27-BC27F073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8300F-BD00-41E5-0939-B5250ED9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BE80A-104F-BE5D-AF74-63B0831C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6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F353B-582C-21DC-1936-527145B21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F4F56-8E82-5CE3-AB98-E9B30B0B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8CE8C-C23A-C7C2-48FC-E05606F8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0633E-8E88-C8CC-3DBD-496ED609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011D0-7868-3DE1-A08E-F2A577D7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7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B9437-8756-E505-0A4A-D7533D12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FBF8C-29D9-2539-3319-F7F1B4564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8F4A9-E602-4869-9AC7-553AA5F92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3F9CDD-5D91-4CC5-AD17-E7A2118A2A5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FF63D-B664-3ECD-68A8-E41BA6890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8A239-AF41-9665-3C82-E1C6052D4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6E589-9484-49D0-8A93-5710E7DC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37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14985-5698-BC06-CADC-40FD55CE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979DC-ACC2-EA80-D56C-B2D53CAA88C8}"/>
              </a:ext>
            </a:extLst>
          </p:cNvPr>
          <p:cNvSpPr txBox="1"/>
          <p:nvPr/>
        </p:nvSpPr>
        <p:spPr>
          <a:xfrm>
            <a:off x="3521013" y="1028132"/>
            <a:ext cx="633107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4000" b="1" i="0" dirty="0">
                <a:solidFill>
                  <a:schemeClr val="tx1"/>
                </a:solidFill>
                <a:effectLst/>
                <a:latin typeface="+mn-lt"/>
              </a:rPr>
              <a:t>Lalit Pathak</a:t>
            </a:r>
            <a:endParaRPr lang="en-US" sz="4800" b="1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ctr">
              <a:buNone/>
            </a:pPr>
            <a:endParaRPr lang="en-US" sz="1200" b="1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ctr">
              <a:buNone/>
            </a:pPr>
            <a:r>
              <a:rPr lang="en-US" b="0" i="0" dirty="0">
                <a:effectLst/>
                <a:latin typeface="+mn-lt"/>
              </a:rPr>
              <a:t>Environmental Science Scholar | Spatial Analytics Professional</a:t>
            </a:r>
          </a:p>
          <a:p>
            <a:pPr indent="0" algn="ctr">
              <a:buNone/>
            </a:pPr>
            <a:endParaRPr lang="en-US" sz="1600" b="0" i="0" dirty="0">
              <a:effectLst/>
              <a:latin typeface="+mn-lt"/>
            </a:endParaRPr>
          </a:p>
          <a:p>
            <a:pPr indent="0" algn="ctr">
              <a:buNone/>
            </a:pPr>
            <a:r>
              <a:rPr lang="en-US" b="0" i="0" dirty="0">
                <a:effectLst/>
                <a:latin typeface="+mn-lt"/>
              </a:rPr>
              <a:t>Passionate about creating resilient communities through environmental research and data-driven solutions</a:t>
            </a:r>
            <a:endParaRPr lang="en-US" b="0" i="0" dirty="0">
              <a:effectLst/>
              <a:latin typeface="Open Sans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FCD52E-319D-D349-9954-CDD91135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r="439"/>
          <a:stretch>
            <a:fillRect/>
          </a:stretch>
        </p:blipFill>
        <p:spPr>
          <a:xfrm>
            <a:off x="21" y="10"/>
            <a:ext cx="4128668" cy="462914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6FC350-6D0C-7DF1-1303-36C72039A7DC}"/>
              </a:ext>
            </a:extLst>
          </p:cNvPr>
          <p:cNvCxnSpPr/>
          <p:nvPr/>
        </p:nvCxnSpPr>
        <p:spPr>
          <a:xfrm>
            <a:off x="3746500" y="3441700"/>
            <a:ext cx="59436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5F270B-C0F7-E054-B040-F1298D0DCAD8}"/>
              </a:ext>
            </a:extLst>
          </p:cNvPr>
          <p:cNvSpPr txBox="1"/>
          <p:nvPr/>
        </p:nvSpPr>
        <p:spPr>
          <a:xfrm>
            <a:off x="4140200" y="3492500"/>
            <a:ext cx="499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C000"/>
                </a:solidFill>
                <a:effectLst/>
                <a:latin typeface="+mn-lt"/>
              </a:rPr>
              <a:t>mail@lalitpathak.com.np </a:t>
            </a:r>
            <a:r>
              <a:rPr lang="en-US" b="1" i="0" dirty="0">
                <a:effectLst/>
                <a:latin typeface="+mn-lt"/>
              </a:rPr>
              <a:t>| </a:t>
            </a:r>
            <a:r>
              <a:rPr lang="en-US" b="1" i="0" dirty="0">
                <a:solidFill>
                  <a:srgbClr val="FFC000"/>
                </a:solidFill>
                <a:effectLst/>
                <a:latin typeface="+mn-lt"/>
              </a:rPr>
              <a:t>lalit@creew.org.np</a:t>
            </a:r>
            <a:endParaRPr lang="en-US" b="1" dirty="0">
              <a:solidFill>
                <a:srgbClr val="FFC00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C39FF9-DD35-A2C0-DF5C-CFB4954E188D}"/>
              </a:ext>
            </a:extLst>
          </p:cNvPr>
          <p:cNvGrpSpPr/>
          <p:nvPr/>
        </p:nvGrpSpPr>
        <p:grpSpPr>
          <a:xfrm>
            <a:off x="2695121" y="3241850"/>
            <a:ext cx="2102757" cy="1387300"/>
            <a:chOff x="2997200" y="4025900"/>
            <a:chExt cx="3098800" cy="1908209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D198F9F-1E23-D337-BE54-E5E50D7D6B93}"/>
                </a:ext>
              </a:extLst>
            </p:cNvPr>
            <p:cNvSpPr/>
            <p:nvPr/>
          </p:nvSpPr>
          <p:spPr>
            <a:xfrm>
              <a:off x="2997200" y="4025900"/>
              <a:ext cx="3098800" cy="190820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DE2250D4-DB32-A8D6-A977-C9BE35661904}"/>
                </a:ext>
              </a:extLst>
            </p:cNvPr>
            <p:cNvSpPr/>
            <p:nvPr/>
          </p:nvSpPr>
          <p:spPr>
            <a:xfrm>
              <a:off x="4546600" y="4025900"/>
              <a:ext cx="1549400" cy="1908209"/>
            </a:xfrm>
            <a:prstGeom prst="triangle">
              <a:avLst>
                <a:gd name="adj" fmla="val 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AF617-4153-7271-44AE-09CE21697B11}"/>
              </a:ext>
            </a:extLst>
          </p:cNvPr>
          <p:cNvSpPr/>
          <p:nvPr/>
        </p:nvSpPr>
        <p:spPr>
          <a:xfrm>
            <a:off x="-1" y="4614636"/>
            <a:ext cx="11516181" cy="59596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FE05AD-D265-5132-2204-186E80326451}"/>
              </a:ext>
            </a:extLst>
          </p:cNvPr>
          <p:cNvGrpSpPr/>
          <p:nvPr/>
        </p:nvGrpSpPr>
        <p:grpSpPr>
          <a:xfrm>
            <a:off x="8493583" y="2243364"/>
            <a:ext cx="3022597" cy="2378529"/>
            <a:chOff x="2997200" y="4025900"/>
            <a:chExt cx="3098800" cy="1908209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6217BDA-089A-7B88-CE21-5FDAA4E928C1}"/>
                </a:ext>
              </a:extLst>
            </p:cNvPr>
            <p:cNvSpPr/>
            <p:nvPr/>
          </p:nvSpPr>
          <p:spPr>
            <a:xfrm>
              <a:off x="2997200" y="4025900"/>
              <a:ext cx="3098800" cy="190820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8FBD556D-C993-7CC8-AD03-FB5841BC7544}"/>
                </a:ext>
              </a:extLst>
            </p:cNvPr>
            <p:cNvSpPr/>
            <p:nvPr/>
          </p:nvSpPr>
          <p:spPr>
            <a:xfrm>
              <a:off x="4546600" y="4025900"/>
              <a:ext cx="1549400" cy="1908209"/>
            </a:xfrm>
            <a:prstGeom prst="triangle">
              <a:avLst>
                <a:gd name="adj" fmla="val 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1948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Lalit Pathak</dc:creator>
  <cp:lastModifiedBy>Lalit Pathak</cp:lastModifiedBy>
  <cp:revision>2</cp:revision>
  <dcterms:created xsi:type="dcterms:W3CDTF">2026-09-25T02:41:20Z</dcterms:created>
  <dcterms:modified xsi:type="dcterms:W3CDTF">2026-09-25T03:10:52Z</dcterms:modified>
</cp:coreProperties>
</file>